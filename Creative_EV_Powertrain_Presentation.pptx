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Electric Vehicle Powertrain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EV Systems, Energy Flow, Motors, BMS &amp; Range Calculations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572000"/>
            <a:ext cx="7772400" cy="457200"/>
          </a:xfrm>
          <a:prstGeom prst="round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Future of Sustainable Transportation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Day 1 &amp; 2: EV Powertrain &amp; Energy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Battery stores electrical energy</a:t>
            </a:r>
          </a:p>
          <a:p>
            <a:pPr>
              <a:defRPr sz="2000"/>
            </a:pPr>
            <a:r>
              <a:t>Inverter converts DC to AC supply</a:t>
            </a:r>
          </a:p>
          <a:p>
            <a:pPr>
              <a:defRPr sz="2000"/>
            </a:pPr>
            <a:r>
              <a:t>Motor converts electrical energy into motion</a:t>
            </a:r>
          </a:p>
          <a:p>
            <a:pPr>
              <a:defRPr sz="2000"/>
            </a:pPr>
            <a:r>
              <a:t>Controller manages speed and torque</a:t>
            </a:r>
          </a:p>
          <a:p>
            <a:pPr>
              <a:defRPr sz="2000"/>
            </a:pPr>
            <a:r>
              <a:t>Regenerative braking improves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6126480"/>
            <a:ext cx="2103120" cy="36576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EV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Day 3: Electric Motor Types &amp;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BLDC Motor – compact and efficient</a:t>
            </a:r>
          </a:p>
          <a:p>
            <a:pPr>
              <a:defRPr sz="2000"/>
            </a:pPr>
            <a:r>
              <a:t>Induction Motor – robust and low maintenance</a:t>
            </a:r>
          </a:p>
          <a:p>
            <a:pPr>
              <a:defRPr sz="2000"/>
            </a:pPr>
            <a:r>
              <a:t>PMSM – high torque and better performance</a:t>
            </a:r>
          </a:p>
          <a:p>
            <a:pPr>
              <a:defRPr sz="2000"/>
            </a:pPr>
            <a:r>
              <a:t>Comparison based on efficiency and cost</a:t>
            </a:r>
          </a:p>
          <a:p>
            <a:pPr>
              <a:defRPr sz="2000"/>
            </a:pPr>
            <a:r>
              <a:t>Used in modern electric vehicles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6126480"/>
            <a:ext cx="2103120" cy="36576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EV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Day 4: Inverter, Motor Controller &amp; 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Inverter controls motor operation</a:t>
            </a:r>
          </a:p>
          <a:p>
            <a:pPr>
              <a:defRPr sz="2000"/>
            </a:pPr>
            <a:r>
              <a:t>Motor controller regulates acceleration</a:t>
            </a:r>
          </a:p>
          <a:p>
            <a:pPr>
              <a:defRPr sz="2000"/>
            </a:pPr>
            <a:r>
              <a:t>BMS monitors battery health</a:t>
            </a:r>
          </a:p>
          <a:p>
            <a:pPr>
              <a:defRPr sz="2000"/>
            </a:pPr>
            <a:r>
              <a:t>Protection against overheating and overcharging</a:t>
            </a:r>
          </a:p>
          <a:p>
            <a:pPr>
              <a:defRPr sz="2000"/>
            </a:pPr>
            <a:r>
              <a:t>Ensures EV safety and long battery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6126480"/>
            <a:ext cx="2103120" cy="36576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EV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Day 5 &amp; 6: Case Study &amp; Range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Study EV performance and energy usage</a:t>
            </a:r>
          </a:p>
          <a:p>
            <a:pPr>
              <a:defRPr sz="2000"/>
            </a:pPr>
            <a:r>
              <a:t>Range depends on battery capacity</a:t>
            </a:r>
          </a:p>
          <a:p>
            <a:pPr>
              <a:defRPr sz="2000"/>
            </a:pPr>
            <a:r>
              <a:t>Formula for range estimation:</a:t>
            </a:r>
          </a:p>
          <a:p>
            <a:pPr>
              <a:defRPr sz="2000"/>
            </a:pPr>
            <a:r>
              <a:t>Range = Battery Capacity / Energy Consumption</a:t>
            </a:r>
          </a:p>
          <a:p>
            <a:pPr>
              <a:defRPr sz="2000"/>
            </a:pPr>
            <a:r>
              <a:t>Prepare diagrams, reports and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6126480"/>
            <a:ext cx="2103120" cy="36576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EV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